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Kanit" pitchFamily="2" charset="-34"/>
      <p:regular r:id="rId3"/>
      <p:bold r:id="rId4"/>
      <p:italic r:id="rId5"/>
      <p:bold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46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243983" y="9241162"/>
            <a:ext cx="7507925" cy="0"/>
          </a:xfrm>
          <a:prstGeom prst="line">
            <a:avLst/>
          </a:prstGeom>
          <a:ln w="9525" cap="flat">
            <a:solidFill>
              <a:srgbClr val="A0D7E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243983" y="1171811"/>
            <a:ext cx="11704611" cy="7805512"/>
          </a:xfrm>
          <a:custGeom>
            <a:avLst/>
            <a:gdLst/>
            <a:ahLst/>
            <a:cxnLst/>
            <a:rect l="l" t="t" r="r" b="b"/>
            <a:pathLst>
              <a:path w="11704611" h="7805512">
                <a:moveTo>
                  <a:pt x="0" y="0"/>
                </a:moveTo>
                <a:lnTo>
                  <a:pt x="11704610" y="0"/>
                </a:lnTo>
                <a:lnTo>
                  <a:pt x="11704610" y="7805513"/>
                </a:lnTo>
                <a:lnTo>
                  <a:pt x="0" y="7805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92675" y="1067036"/>
            <a:ext cx="5622130" cy="2966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1">
                <a:solidFill>
                  <a:srgbClr val="043D5D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The Landmark Launch of Siam AI’s GPU Cluster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14091" y="9081974"/>
            <a:ext cx="4734503" cy="308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63"/>
              </a:lnSpc>
            </a:pPr>
            <a:r>
              <a:rPr lang="en-US" sz="1759">
                <a:solidFill>
                  <a:srgbClr val="043D5D"/>
                </a:solidFill>
                <a:latin typeface="Kanit" pitchFamily="2" charset="-34"/>
                <a:ea typeface="Montserrat"/>
                <a:cs typeface="Kanit" pitchFamily="2" charset="-34"/>
                <a:sym typeface="Montserrat"/>
              </a:rPr>
              <a:t>AI Vision for Thailand  December 4, 2024</a:t>
            </a:r>
          </a:p>
        </p:txBody>
      </p:sp>
      <p:sp>
        <p:nvSpPr>
          <p:cNvPr id="6" name="Freeform 6"/>
          <p:cNvSpPr/>
          <p:nvPr/>
        </p:nvSpPr>
        <p:spPr>
          <a:xfrm>
            <a:off x="2465791" y="6896100"/>
            <a:ext cx="3649014" cy="2739368"/>
          </a:xfrm>
          <a:custGeom>
            <a:avLst/>
            <a:gdLst/>
            <a:ahLst/>
            <a:cxnLst/>
            <a:rect l="l" t="t" r="r" b="b"/>
            <a:pathLst>
              <a:path w="3649014" h="2739368">
                <a:moveTo>
                  <a:pt x="0" y="0"/>
                </a:moveTo>
                <a:lnTo>
                  <a:pt x="3649014" y="0"/>
                </a:lnTo>
                <a:lnTo>
                  <a:pt x="3649014" y="2739368"/>
                </a:lnTo>
                <a:lnTo>
                  <a:pt x="0" y="2739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999"/>
            </a:blip>
            <a:stretch>
              <a:fillRect l="-21937" t="-16413" r="-148474" b="-16413"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92675" y="4610100"/>
            <a:ext cx="5292517" cy="2483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43D5D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A Historic Moment:</a:t>
            </a:r>
            <a:r>
              <a:rPr lang="en-US" sz="3200" dirty="0">
                <a:solidFill>
                  <a:srgbClr val="043D5D"/>
                </a:solidFill>
                <a:latin typeface="Kanit" pitchFamily="2" charset="-34"/>
                <a:ea typeface="Montserrat"/>
                <a:cs typeface="Kanit" pitchFamily="2" charset="-34"/>
                <a:sym typeface="Montserrat"/>
              </a:rPr>
              <a:t> Jensen Huang personally signed our flagship DGX H200 system, marking a key milestone for Thailand’s AI ecosystem.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A5900AFD-6DC7-34EE-AA97-E6EF75FCC21A}"/>
              </a:ext>
            </a:extLst>
          </p:cNvPr>
          <p:cNvSpPr/>
          <p:nvPr/>
        </p:nvSpPr>
        <p:spPr>
          <a:xfrm>
            <a:off x="492675" y="4305300"/>
            <a:ext cx="5292517" cy="0"/>
          </a:xfrm>
          <a:prstGeom prst="line">
            <a:avLst/>
          </a:prstGeom>
          <a:ln w="9525" cap="flat">
            <a:solidFill>
              <a:srgbClr val="A0D7E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Kanit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 20260826</dc:title>
  <cp:lastModifiedBy>Nutt Majaroen</cp:lastModifiedBy>
  <cp:revision>2</cp:revision>
  <dcterms:created xsi:type="dcterms:W3CDTF">2006-08-16T00:00:00Z</dcterms:created>
  <dcterms:modified xsi:type="dcterms:W3CDTF">2026-08-28T02:04:06Z</dcterms:modified>
  <dc:identifier>DAGzA7boPWc</dc:identifier>
</cp:coreProperties>
</file>