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Kanit" pitchFamily="2" charset="-34"/>
      <p:regular r:id="rId3"/>
      <p:bold r:id="rId4"/>
      <p:italic r:id="rId5"/>
      <p:boldItalic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89" autoAdjust="0"/>
  </p:normalViewPr>
  <p:slideViewPr>
    <p:cSldViewPr>
      <p:cViewPr varScale="1">
        <p:scale>
          <a:sx n="80" d="100"/>
          <a:sy n="80" d="100"/>
        </p:scale>
        <p:origin x="46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96D5">
                <a:alpha val="100000"/>
              </a:srgbClr>
            </a:gs>
            <a:gs pos="100000">
              <a:srgbClr val="02ADB1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r="-2311" b="-720"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28700" y="2526015"/>
            <a:ext cx="16896873" cy="7511789"/>
            <a:chOff x="0" y="0"/>
            <a:chExt cx="4450205" cy="19784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0205" cy="1978414"/>
            </a:xfrm>
            <a:custGeom>
              <a:avLst/>
              <a:gdLst/>
              <a:ahLst/>
              <a:cxnLst/>
              <a:rect l="l" t="t" r="r" b="b"/>
              <a:pathLst>
                <a:path w="4450205" h="1978414">
                  <a:moveTo>
                    <a:pt x="3665" y="0"/>
                  </a:moveTo>
                  <a:lnTo>
                    <a:pt x="4446539" y="0"/>
                  </a:lnTo>
                  <a:cubicBezTo>
                    <a:pt x="4448564" y="0"/>
                    <a:pt x="4450205" y="1641"/>
                    <a:pt x="4450205" y="3665"/>
                  </a:cubicBezTo>
                  <a:lnTo>
                    <a:pt x="4450205" y="1974748"/>
                  </a:lnTo>
                  <a:cubicBezTo>
                    <a:pt x="4450205" y="1975720"/>
                    <a:pt x="4449819" y="1976653"/>
                    <a:pt x="4449132" y="1977340"/>
                  </a:cubicBezTo>
                  <a:cubicBezTo>
                    <a:pt x="4448444" y="1978027"/>
                    <a:pt x="4447512" y="1978414"/>
                    <a:pt x="4446539" y="1978414"/>
                  </a:cubicBezTo>
                  <a:lnTo>
                    <a:pt x="3665" y="1978414"/>
                  </a:lnTo>
                  <a:cubicBezTo>
                    <a:pt x="2693" y="1978414"/>
                    <a:pt x="1761" y="1978027"/>
                    <a:pt x="1074" y="1977340"/>
                  </a:cubicBezTo>
                  <a:cubicBezTo>
                    <a:pt x="386" y="1976653"/>
                    <a:pt x="0" y="1975720"/>
                    <a:pt x="0" y="1974748"/>
                  </a:cubicBezTo>
                  <a:lnTo>
                    <a:pt x="0" y="3665"/>
                  </a:lnTo>
                  <a:cubicBezTo>
                    <a:pt x="0" y="1641"/>
                    <a:pt x="1641" y="0"/>
                    <a:pt x="3665" y="0"/>
                  </a:cubicBezTo>
                  <a:close/>
                </a:path>
              </a:pathLst>
            </a:custGeom>
            <a:solidFill>
              <a:srgbClr val="0D2228"/>
            </a:soli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50205" cy="2016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762229" y="7280328"/>
            <a:ext cx="5691929" cy="677370"/>
            <a:chOff x="0" y="0"/>
            <a:chExt cx="1276476" cy="15190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6476" cy="151907"/>
            </a:xfrm>
            <a:custGeom>
              <a:avLst/>
              <a:gdLst/>
              <a:ahLst/>
              <a:cxnLst/>
              <a:rect l="l" t="t" r="r" b="b"/>
              <a:pathLst>
                <a:path w="1276476" h="151907">
                  <a:moveTo>
                    <a:pt x="21763" y="0"/>
                  </a:moveTo>
                  <a:lnTo>
                    <a:pt x="1254714" y="0"/>
                  </a:lnTo>
                  <a:cubicBezTo>
                    <a:pt x="1260485" y="0"/>
                    <a:pt x="1266021" y="2293"/>
                    <a:pt x="1270102" y="6374"/>
                  </a:cubicBezTo>
                  <a:cubicBezTo>
                    <a:pt x="1274183" y="10455"/>
                    <a:pt x="1276476" y="15991"/>
                    <a:pt x="1276476" y="21763"/>
                  </a:cubicBezTo>
                  <a:lnTo>
                    <a:pt x="1276476" y="130145"/>
                  </a:lnTo>
                  <a:cubicBezTo>
                    <a:pt x="1276476" y="142164"/>
                    <a:pt x="1266733" y="151907"/>
                    <a:pt x="1254714" y="151907"/>
                  </a:cubicBezTo>
                  <a:lnTo>
                    <a:pt x="21763" y="151907"/>
                  </a:lnTo>
                  <a:cubicBezTo>
                    <a:pt x="15991" y="151907"/>
                    <a:pt x="10455" y="149615"/>
                    <a:pt x="6374" y="145533"/>
                  </a:cubicBezTo>
                  <a:cubicBezTo>
                    <a:pt x="2293" y="141452"/>
                    <a:pt x="0" y="135917"/>
                    <a:pt x="0" y="130145"/>
                  </a:cubicBezTo>
                  <a:lnTo>
                    <a:pt x="0" y="21763"/>
                  </a:lnTo>
                  <a:cubicBezTo>
                    <a:pt x="0" y="15991"/>
                    <a:pt x="2293" y="10455"/>
                    <a:pt x="6374" y="6374"/>
                  </a:cubicBezTo>
                  <a:cubicBezTo>
                    <a:pt x="10455" y="2293"/>
                    <a:pt x="15991" y="0"/>
                    <a:pt x="21763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76476" cy="190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762229" y="6479932"/>
            <a:ext cx="5691929" cy="677370"/>
            <a:chOff x="0" y="0"/>
            <a:chExt cx="1276476" cy="1519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76476" cy="151907"/>
            </a:xfrm>
            <a:custGeom>
              <a:avLst/>
              <a:gdLst/>
              <a:ahLst/>
              <a:cxnLst/>
              <a:rect l="l" t="t" r="r" b="b"/>
              <a:pathLst>
                <a:path w="1276476" h="151907">
                  <a:moveTo>
                    <a:pt x="21763" y="0"/>
                  </a:moveTo>
                  <a:lnTo>
                    <a:pt x="1254714" y="0"/>
                  </a:lnTo>
                  <a:cubicBezTo>
                    <a:pt x="1260485" y="0"/>
                    <a:pt x="1266021" y="2293"/>
                    <a:pt x="1270102" y="6374"/>
                  </a:cubicBezTo>
                  <a:cubicBezTo>
                    <a:pt x="1274183" y="10455"/>
                    <a:pt x="1276476" y="15991"/>
                    <a:pt x="1276476" y="21763"/>
                  </a:cubicBezTo>
                  <a:lnTo>
                    <a:pt x="1276476" y="130145"/>
                  </a:lnTo>
                  <a:cubicBezTo>
                    <a:pt x="1276476" y="142164"/>
                    <a:pt x="1266733" y="151907"/>
                    <a:pt x="1254714" y="151907"/>
                  </a:cubicBezTo>
                  <a:lnTo>
                    <a:pt x="21763" y="151907"/>
                  </a:lnTo>
                  <a:cubicBezTo>
                    <a:pt x="15991" y="151907"/>
                    <a:pt x="10455" y="149615"/>
                    <a:pt x="6374" y="145533"/>
                  </a:cubicBezTo>
                  <a:cubicBezTo>
                    <a:pt x="2293" y="141452"/>
                    <a:pt x="0" y="135917"/>
                    <a:pt x="0" y="130145"/>
                  </a:cubicBezTo>
                  <a:lnTo>
                    <a:pt x="0" y="21763"/>
                  </a:lnTo>
                  <a:cubicBezTo>
                    <a:pt x="0" y="15991"/>
                    <a:pt x="2293" y="10455"/>
                    <a:pt x="6374" y="6374"/>
                  </a:cubicBezTo>
                  <a:cubicBezTo>
                    <a:pt x="10455" y="2293"/>
                    <a:pt x="15991" y="0"/>
                    <a:pt x="21763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76476" cy="190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762229" y="5680279"/>
            <a:ext cx="5691929" cy="677370"/>
            <a:chOff x="0" y="0"/>
            <a:chExt cx="1276476" cy="15190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76476" cy="151907"/>
            </a:xfrm>
            <a:custGeom>
              <a:avLst/>
              <a:gdLst/>
              <a:ahLst/>
              <a:cxnLst/>
              <a:rect l="l" t="t" r="r" b="b"/>
              <a:pathLst>
                <a:path w="1276476" h="151907">
                  <a:moveTo>
                    <a:pt x="21763" y="0"/>
                  </a:moveTo>
                  <a:lnTo>
                    <a:pt x="1254714" y="0"/>
                  </a:lnTo>
                  <a:cubicBezTo>
                    <a:pt x="1260485" y="0"/>
                    <a:pt x="1266021" y="2293"/>
                    <a:pt x="1270102" y="6374"/>
                  </a:cubicBezTo>
                  <a:cubicBezTo>
                    <a:pt x="1274183" y="10455"/>
                    <a:pt x="1276476" y="15991"/>
                    <a:pt x="1276476" y="21763"/>
                  </a:cubicBezTo>
                  <a:lnTo>
                    <a:pt x="1276476" y="130145"/>
                  </a:lnTo>
                  <a:cubicBezTo>
                    <a:pt x="1276476" y="142164"/>
                    <a:pt x="1266733" y="151907"/>
                    <a:pt x="1254714" y="151907"/>
                  </a:cubicBezTo>
                  <a:lnTo>
                    <a:pt x="21763" y="151907"/>
                  </a:lnTo>
                  <a:cubicBezTo>
                    <a:pt x="15991" y="151907"/>
                    <a:pt x="10455" y="149615"/>
                    <a:pt x="6374" y="145533"/>
                  </a:cubicBezTo>
                  <a:cubicBezTo>
                    <a:pt x="2293" y="141452"/>
                    <a:pt x="0" y="135917"/>
                    <a:pt x="0" y="130145"/>
                  </a:cubicBezTo>
                  <a:lnTo>
                    <a:pt x="0" y="21763"/>
                  </a:lnTo>
                  <a:cubicBezTo>
                    <a:pt x="0" y="15991"/>
                    <a:pt x="2293" y="10455"/>
                    <a:pt x="6374" y="6374"/>
                  </a:cubicBezTo>
                  <a:cubicBezTo>
                    <a:pt x="10455" y="2293"/>
                    <a:pt x="15991" y="0"/>
                    <a:pt x="21763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276476" cy="190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762229" y="4879860"/>
            <a:ext cx="5691929" cy="677370"/>
            <a:chOff x="0" y="0"/>
            <a:chExt cx="1276476" cy="15190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76476" cy="151907"/>
            </a:xfrm>
            <a:custGeom>
              <a:avLst/>
              <a:gdLst/>
              <a:ahLst/>
              <a:cxnLst/>
              <a:rect l="l" t="t" r="r" b="b"/>
              <a:pathLst>
                <a:path w="1276476" h="151907">
                  <a:moveTo>
                    <a:pt x="21763" y="0"/>
                  </a:moveTo>
                  <a:lnTo>
                    <a:pt x="1254714" y="0"/>
                  </a:lnTo>
                  <a:cubicBezTo>
                    <a:pt x="1260485" y="0"/>
                    <a:pt x="1266021" y="2293"/>
                    <a:pt x="1270102" y="6374"/>
                  </a:cubicBezTo>
                  <a:cubicBezTo>
                    <a:pt x="1274183" y="10455"/>
                    <a:pt x="1276476" y="15991"/>
                    <a:pt x="1276476" y="21763"/>
                  </a:cubicBezTo>
                  <a:lnTo>
                    <a:pt x="1276476" y="130145"/>
                  </a:lnTo>
                  <a:cubicBezTo>
                    <a:pt x="1276476" y="142164"/>
                    <a:pt x="1266733" y="151907"/>
                    <a:pt x="1254714" y="151907"/>
                  </a:cubicBezTo>
                  <a:lnTo>
                    <a:pt x="21763" y="151907"/>
                  </a:lnTo>
                  <a:cubicBezTo>
                    <a:pt x="15991" y="151907"/>
                    <a:pt x="10455" y="149615"/>
                    <a:pt x="6374" y="145533"/>
                  </a:cubicBezTo>
                  <a:cubicBezTo>
                    <a:pt x="2293" y="141452"/>
                    <a:pt x="0" y="135917"/>
                    <a:pt x="0" y="130145"/>
                  </a:cubicBezTo>
                  <a:lnTo>
                    <a:pt x="0" y="21763"/>
                  </a:lnTo>
                  <a:cubicBezTo>
                    <a:pt x="0" y="15991"/>
                    <a:pt x="2293" y="10455"/>
                    <a:pt x="6374" y="6374"/>
                  </a:cubicBezTo>
                  <a:cubicBezTo>
                    <a:pt x="10455" y="2293"/>
                    <a:pt x="15991" y="0"/>
                    <a:pt x="21763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276476" cy="190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762229" y="4080208"/>
            <a:ext cx="5691929" cy="677370"/>
            <a:chOff x="0" y="0"/>
            <a:chExt cx="1276476" cy="15190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76476" cy="151907"/>
            </a:xfrm>
            <a:custGeom>
              <a:avLst/>
              <a:gdLst/>
              <a:ahLst/>
              <a:cxnLst/>
              <a:rect l="l" t="t" r="r" b="b"/>
              <a:pathLst>
                <a:path w="1276476" h="151907">
                  <a:moveTo>
                    <a:pt x="21763" y="0"/>
                  </a:moveTo>
                  <a:lnTo>
                    <a:pt x="1254714" y="0"/>
                  </a:lnTo>
                  <a:cubicBezTo>
                    <a:pt x="1260485" y="0"/>
                    <a:pt x="1266021" y="2293"/>
                    <a:pt x="1270102" y="6374"/>
                  </a:cubicBezTo>
                  <a:cubicBezTo>
                    <a:pt x="1274183" y="10455"/>
                    <a:pt x="1276476" y="15991"/>
                    <a:pt x="1276476" y="21763"/>
                  </a:cubicBezTo>
                  <a:lnTo>
                    <a:pt x="1276476" y="130145"/>
                  </a:lnTo>
                  <a:cubicBezTo>
                    <a:pt x="1276476" y="142164"/>
                    <a:pt x="1266733" y="151907"/>
                    <a:pt x="1254714" y="151907"/>
                  </a:cubicBezTo>
                  <a:lnTo>
                    <a:pt x="21763" y="151907"/>
                  </a:lnTo>
                  <a:cubicBezTo>
                    <a:pt x="15991" y="151907"/>
                    <a:pt x="10455" y="149615"/>
                    <a:pt x="6374" y="145533"/>
                  </a:cubicBezTo>
                  <a:cubicBezTo>
                    <a:pt x="2293" y="141452"/>
                    <a:pt x="0" y="135917"/>
                    <a:pt x="0" y="130145"/>
                  </a:cubicBezTo>
                  <a:lnTo>
                    <a:pt x="0" y="21763"/>
                  </a:lnTo>
                  <a:cubicBezTo>
                    <a:pt x="0" y="15991"/>
                    <a:pt x="2293" y="10455"/>
                    <a:pt x="6374" y="6374"/>
                  </a:cubicBezTo>
                  <a:cubicBezTo>
                    <a:pt x="10455" y="2293"/>
                    <a:pt x="15991" y="0"/>
                    <a:pt x="21763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276476" cy="190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762229" y="3279812"/>
            <a:ext cx="5691929" cy="677370"/>
            <a:chOff x="0" y="0"/>
            <a:chExt cx="1276476" cy="15190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76476" cy="151907"/>
            </a:xfrm>
            <a:custGeom>
              <a:avLst/>
              <a:gdLst/>
              <a:ahLst/>
              <a:cxnLst/>
              <a:rect l="l" t="t" r="r" b="b"/>
              <a:pathLst>
                <a:path w="1276476" h="151907">
                  <a:moveTo>
                    <a:pt x="21763" y="0"/>
                  </a:moveTo>
                  <a:lnTo>
                    <a:pt x="1254714" y="0"/>
                  </a:lnTo>
                  <a:cubicBezTo>
                    <a:pt x="1260485" y="0"/>
                    <a:pt x="1266021" y="2293"/>
                    <a:pt x="1270102" y="6374"/>
                  </a:cubicBezTo>
                  <a:cubicBezTo>
                    <a:pt x="1274183" y="10455"/>
                    <a:pt x="1276476" y="15991"/>
                    <a:pt x="1276476" y="21763"/>
                  </a:cubicBezTo>
                  <a:lnTo>
                    <a:pt x="1276476" y="130145"/>
                  </a:lnTo>
                  <a:cubicBezTo>
                    <a:pt x="1276476" y="142164"/>
                    <a:pt x="1266733" y="151907"/>
                    <a:pt x="1254714" y="151907"/>
                  </a:cubicBezTo>
                  <a:lnTo>
                    <a:pt x="21763" y="151907"/>
                  </a:lnTo>
                  <a:cubicBezTo>
                    <a:pt x="15991" y="151907"/>
                    <a:pt x="10455" y="149615"/>
                    <a:pt x="6374" y="145533"/>
                  </a:cubicBezTo>
                  <a:cubicBezTo>
                    <a:pt x="2293" y="141452"/>
                    <a:pt x="0" y="135917"/>
                    <a:pt x="0" y="130145"/>
                  </a:cubicBezTo>
                  <a:lnTo>
                    <a:pt x="0" y="21763"/>
                  </a:lnTo>
                  <a:cubicBezTo>
                    <a:pt x="0" y="15991"/>
                    <a:pt x="2293" y="10455"/>
                    <a:pt x="6374" y="6374"/>
                  </a:cubicBezTo>
                  <a:cubicBezTo>
                    <a:pt x="10455" y="2293"/>
                    <a:pt x="15991" y="0"/>
                    <a:pt x="21763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276476" cy="190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sp>
        <p:nvSpPr>
          <p:cNvPr id="24" name="Freeform 24"/>
          <p:cNvSpPr/>
          <p:nvPr/>
        </p:nvSpPr>
        <p:spPr>
          <a:xfrm>
            <a:off x="11978855" y="3310365"/>
            <a:ext cx="613733" cy="613733"/>
          </a:xfrm>
          <a:custGeom>
            <a:avLst/>
            <a:gdLst/>
            <a:ahLst/>
            <a:cxnLst/>
            <a:rect l="l" t="t" r="r" b="b"/>
            <a:pathLst>
              <a:path w="613733" h="613733">
                <a:moveTo>
                  <a:pt x="0" y="0"/>
                </a:moveTo>
                <a:lnTo>
                  <a:pt x="613733" y="0"/>
                </a:lnTo>
                <a:lnTo>
                  <a:pt x="613733" y="613733"/>
                </a:lnTo>
                <a:lnTo>
                  <a:pt x="0" y="6137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11947807" y="4081750"/>
            <a:ext cx="675828" cy="675828"/>
          </a:xfrm>
          <a:custGeom>
            <a:avLst/>
            <a:gdLst/>
            <a:ahLst/>
            <a:cxnLst/>
            <a:rect l="l" t="t" r="r" b="b"/>
            <a:pathLst>
              <a:path w="675828" h="675828">
                <a:moveTo>
                  <a:pt x="0" y="0"/>
                </a:moveTo>
                <a:lnTo>
                  <a:pt x="675828" y="0"/>
                </a:lnTo>
                <a:lnTo>
                  <a:pt x="675828" y="675828"/>
                </a:lnTo>
                <a:lnTo>
                  <a:pt x="0" y="675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11969333" y="7300816"/>
            <a:ext cx="656882" cy="656882"/>
          </a:xfrm>
          <a:custGeom>
            <a:avLst/>
            <a:gdLst/>
            <a:ahLst/>
            <a:cxnLst/>
            <a:rect l="l" t="t" r="r" b="b"/>
            <a:pathLst>
              <a:path w="656882" h="656882">
                <a:moveTo>
                  <a:pt x="0" y="0"/>
                </a:moveTo>
                <a:lnTo>
                  <a:pt x="656882" y="0"/>
                </a:lnTo>
                <a:lnTo>
                  <a:pt x="656882" y="656882"/>
                </a:lnTo>
                <a:lnTo>
                  <a:pt x="0" y="6568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11994628" y="5760675"/>
            <a:ext cx="572963" cy="572963"/>
          </a:xfrm>
          <a:custGeom>
            <a:avLst/>
            <a:gdLst/>
            <a:ahLst/>
            <a:cxnLst/>
            <a:rect l="l" t="t" r="r" b="b"/>
            <a:pathLst>
              <a:path w="572963" h="572963">
                <a:moveTo>
                  <a:pt x="0" y="0"/>
                </a:moveTo>
                <a:lnTo>
                  <a:pt x="572963" y="0"/>
                </a:lnTo>
                <a:lnTo>
                  <a:pt x="572963" y="572963"/>
                </a:lnTo>
                <a:lnTo>
                  <a:pt x="0" y="5729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28" name="Freeform 28"/>
          <p:cNvSpPr/>
          <p:nvPr/>
        </p:nvSpPr>
        <p:spPr>
          <a:xfrm>
            <a:off x="11992103" y="4942099"/>
            <a:ext cx="555544" cy="555544"/>
          </a:xfrm>
          <a:custGeom>
            <a:avLst/>
            <a:gdLst/>
            <a:ahLst/>
            <a:cxnLst/>
            <a:rect l="l" t="t" r="r" b="b"/>
            <a:pathLst>
              <a:path w="555544" h="555544">
                <a:moveTo>
                  <a:pt x="0" y="0"/>
                </a:moveTo>
                <a:lnTo>
                  <a:pt x="555543" y="0"/>
                </a:lnTo>
                <a:lnTo>
                  <a:pt x="555543" y="555544"/>
                </a:lnTo>
                <a:lnTo>
                  <a:pt x="0" y="5555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29" name="Freeform 29"/>
          <p:cNvSpPr/>
          <p:nvPr/>
        </p:nvSpPr>
        <p:spPr>
          <a:xfrm>
            <a:off x="11969333" y="6587121"/>
            <a:ext cx="623553" cy="479791"/>
          </a:xfrm>
          <a:custGeom>
            <a:avLst/>
            <a:gdLst/>
            <a:ahLst/>
            <a:cxnLst/>
            <a:rect l="l" t="t" r="r" b="b"/>
            <a:pathLst>
              <a:path w="623553" h="479791">
                <a:moveTo>
                  <a:pt x="0" y="0"/>
                </a:moveTo>
                <a:lnTo>
                  <a:pt x="623553" y="0"/>
                </a:lnTo>
                <a:lnTo>
                  <a:pt x="623553" y="479792"/>
                </a:lnTo>
                <a:lnTo>
                  <a:pt x="0" y="4797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b="-29963"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1500115" y="8123459"/>
            <a:ext cx="15954043" cy="772767"/>
            <a:chOff x="0" y="0"/>
            <a:chExt cx="3577866" cy="17330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577866" cy="173301"/>
            </a:xfrm>
            <a:custGeom>
              <a:avLst/>
              <a:gdLst/>
              <a:ahLst/>
              <a:cxnLst/>
              <a:rect l="l" t="t" r="r" b="b"/>
              <a:pathLst>
                <a:path w="3577866" h="173301">
                  <a:moveTo>
                    <a:pt x="7764" y="0"/>
                  </a:moveTo>
                  <a:lnTo>
                    <a:pt x="3570101" y="0"/>
                  </a:lnTo>
                  <a:cubicBezTo>
                    <a:pt x="3572161" y="0"/>
                    <a:pt x="3574136" y="818"/>
                    <a:pt x="3575592" y="2274"/>
                  </a:cubicBezTo>
                  <a:cubicBezTo>
                    <a:pt x="3577048" y="3730"/>
                    <a:pt x="3577866" y="5705"/>
                    <a:pt x="3577866" y="7764"/>
                  </a:cubicBezTo>
                  <a:lnTo>
                    <a:pt x="3577866" y="165537"/>
                  </a:lnTo>
                  <a:cubicBezTo>
                    <a:pt x="3577866" y="167596"/>
                    <a:pt x="3577048" y="169571"/>
                    <a:pt x="3575592" y="171027"/>
                  </a:cubicBezTo>
                  <a:cubicBezTo>
                    <a:pt x="3574136" y="172483"/>
                    <a:pt x="3572161" y="173301"/>
                    <a:pt x="3570101" y="173301"/>
                  </a:cubicBezTo>
                  <a:lnTo>
                    <a:pt x="7764" y="173301"/>
                  </a:lnTo>
                  <a:cubicBezTo>
                    <a:pt x="5705" y="173301"/>
                    <a:pt x="3730" y="172483"/>
                    <a:pt x="2274" y="171027"/>
                  </a:cubicBezTo>
                  <a:cubicBezTo>
                    <a:pt x="818" y="169571"/>
                    <a:pt x="0" y="167596"/>
                    <a:pt x="0" y="165537"/>
                  </a:cubicBezTo>
                  <a:lnTo>
                    <a:pt x="0" y="7764"/>
                  </a:lnTo>
                  <a:cubicBezTo>
                    <a:pt x="0" y="5705"/>
                    <a:pt x="818" y="3730"/>
                    <a:pt x="2274" y="2274"/>
                  </a:cubicBezTo>
                  <a:cubicBezTo>
                    <a:pt x="3730" y="818"/>
                    <a:pt x="5705" y="0"/>
                    <a:pt x="7764" y="0"/>
                  </a:cubicBezTo>
                  <a:close/>
                </a:path>
              </a:pathLst>
            </a:custGeom>
            <a:solidFill>
              <a:srgbClr val="F27179"/>
            </a:soli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3577866" cy="211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439762" y="7280328"/>
            <a:ext cx="5227218" cy="677370"/>
            <a:chOff x="0" y="0"/>
            <a:chExt cx="1172260" cy="151907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72260" cy="151907"/>
            </a:xfrm>
            <a:custGeom>
              <a:avLst/>
              <a:gdLst/>
              <a:ahLst/>
              <a:cxnLst/>
              <a:rect l="l" t="t" r="r" b="b"/>
              <a:pathLst>
                <a:path w="1172260" h="151907">
                  <a:moveTo>
                    <a:pt x="23697" y="0"/>
                  </a:moveTo>
                  <a:lnTo>
                    <a:pt x="1148562" y="0"/>
                  </a:lnTo>
                  <a:cubicBezTo>
                    <a:pt x="1161650" y="0"/>
                    <a:pt x="1172260" y="10610"/>
                    <a:pt x="1172260" y="23697"/>
                  </a:cubicBezTo>
                  <a:lnTo>
                    <a:pt x="1172260" y="128210"/>
                  </a:lnTo>
                  <a:cubicBezTo>
                    <a:pt x="1172260" y="141298"/>
                    <a:pt x="1161650" y="151907"/>
                    <a:pt x="1148562" y="151907"/>
                  </a:cubicBezTo>
                  <a:lnTo>
                    <a:pt x="23697" y="151907"/>
                  </a:lnTo>
                  <a:cubicBezTo>
                    <a:pt x="10610" y="151907"/>
                    <a:pt x="0" y="141298"/>
                    <a:pt x="0" y="128210"/>
                  </a:cubicBezTo>
                  <a:lnTo>
                    <a:pt x="0" y="23697"/>
                  </a:lnTo>
                  <a:cubicBezTo>
                    <a:pt x="0" y="10610"/>
                    <a:pt x="10610" y="0"/>
                    <a:pt x="23697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172260" cy="190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39762" y="6479932"/>
            <a:ext cx="5227218" cy="678113"/>
            <a:chOff x="0" y="0"/>
            <a:chExt cx="1172260" cy="15207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72260" cy="152074"/>
            </a:xfrm>
            <a:custGeom>
              <a:avLst/>
              <a:gdLst/>
              <a:ahLst/>
              <a:cxnLst/>
              <a:rect l="l" t="t" r="r" b="b"/>
              <a:pathLst>
                <a:path w="1172260" h="152074">
                  <a:moveTo>
                    <a:pt x="23697" y="0"/>
                  </a:moveTo>
                  <a:lnTo>
                    <a:pt x="1148562" y="0"/>
                  </a:lnTo>
                  <a:cubicBezTo>
                    <a:pt x="1161650" y="0"/>
                    <a:pt x="1172260" y="10610"/>
                    <a:pt x="1172260" y="23697"/>
                  </a:cubicBezTo>
                  <a:lnTo>
                    <a:pt x="1172260" y="128377"/>
                  </a:lnTo>
                  <a:cubicBezTo>
                    <a:pt x="1172260" y="134662"/>
                    <a:pt x="1169763" y="140689"/>
                    <a:pt x="1165319" y="145133"/>
                  </a:cubicBezTo>
                  <a:cubicBezTo>
                    <a:pt x="1160875" y="149577"/>
                    <a:pt x="1154847" y="152074"/>
                    <a:pt x="1148562" y="152074"/>
                  </a:cubicBezTo>
                  <a:lnTo>
                    <a:pt x="23697" y="152074"/>
                  </a:lnTo>
                  <a:cubicBezTo>
                    <a:pt x="10610" y="152074"/>
                    <a:pt x="0" y="141464"/>
                    <a:pt x="0" y="128377"/>
                  </a:cubicBezTo>
                  <a:lnTo>
                    <a:pt x="0" y="23697"/>
                  </a:lnTo>
                  <a:cubicBezTo>
                    <a:pt x="0" y="10610"/>
                    <a:pt x="10610" y="0"/>
                    <a:pt x="23697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172260" cy="190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456305" y="5678737"/>
            <a:ext cx="5210674" cy="677370"/>
            <a:chOff x="0" y="0"/>
            <a:chExt cx="1168550" cy="151907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68550" cy="151907"/>
            </a:xfrm>
            <a:custGeom>
              <a:avLst/>
              <a:gdLst/>
              <a:ahLst/>
              <a:cxnLst/>
              <a:rect l="l" t="t" r="r" b="b"/>
              <a:pathLst>
                <a:path w="1168550" h="151907">
                  <a:moveTo>
                    <a:pt x="23772" y="0"/>
                  </a:moveTo>
                  <a:lnTo>
                    <a:pt x="1144777" y="0"/>
                  </a:lnTo>
                  <a:cubicBezTo>
                    <a:pt x="1157906" y="0"/>
                    <a:pt x="1168550" y="10643"/>
                    <a:pt x="1168550" y="23772"/>
                  </a:cubicBezTo>
                  <a:lnTo>
                    <a:pt x="1168550" y="128135"/>
                  </a:lnTo>
                  <a:cubicBezTo>
                    <a:pt x="1168550" y="134440"/>
                    <a:pt x="1166045" y="140486"/>
                    <a:pt x="1161587" y="144945"/>
                  </a:cubicBezTo>
                  <a:cubicBezTo>
                    <a:pt x="1157129" y="149403"/>
                    <a:pt x="1151082" y="151907"/>
                    <a:pt x="1144777" y="151907"/>
                  </a:cubicBezTo>
                  <a:lnTo>
                    <a:pt x="23772" y="151907"/>
                  </a:lnTo>
                  <a:cubicBezTo>
                    <a:pt x="17468" y="151907"/>
                    <a:pt x="11421" y="149403"/>
                    <a:pt x="6963" y="144945"/>
                  </a:cubicBezTo>
                  <a:cubicBezTo>
                    <a:pt x="2505" y="140486"/>
                    <a:pt x="0" y="134440"/>
                    <a:pt x="0" y="128135"/>
                  </a:cubicBezTo>
                  <a:lnTo>
                    <a:pt x="0" y="23772"/>
                  </a:lnTo>
                  <a:cubicBezTo>
                    <a:pt x="0" y="17468"/>
                    <a:pt x="2505" y="11421"/>
                    <a:pt x="6963" y="6963"/>
                  </a:cubicBezTo>
                  <a:cubicBezTo>
                    <a:pt x="11421" y="2505"/>
                    <a:pt x="17468" y="0"/>
                    <a:pt x="23772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1168550" cy="190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sp>
        <p:nvSpPr>
          <p:cNvPr id="42" name="Freeform 42"/>
          <p:cNvSpPr/>
          <p:nvPr/>
        </p:nvSpPr>
        <p:spPr>
          <a:xfrm>
            <a:off x="6732582" y="7366008"/>
            <a:ext cx="568384" cy="568384"/>
          </a:xfrm>
          <a:custGeom>
            <a:avLst/>
            <a:gdLst/>
            <a:ahLst/>
            <a:cxnLst/>
            <a:rect l="l" t="t" r="r" b="b"/>
            <a:pathLst>
              <a:path w="568384" h="568384">
                <a:moveTo>
                  <a:pt x="0" y="0"/>
                </a:moveTo>
                <a:lnTo>
                  <a:pt x="568385" y="0"/>
                </a:lnTo>
                <a:lnTo>
                  <a:pt x="568385" y="568385"/>
                </a:lnTo>
                <a:lnTo>
                  <a:pt x="0" y="5683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43" name="Freeform 43"/>
          <p:cNvSpPr/>
          <p:nvPr/>
        </p:nvSpPr>
        <p:spPr>
          <a:xfrm>
            <a:off x="6853970" y="7533095"/>
            <a:ext cx="300478" cy="300478"/>
          </a:xfrm>
          <a:custGeom>
            <a:avLst/>
            <a:gdLst/>
            <a:ahLst/>
            <a:cxnLst/>
            <a:rect l="l" t="t" r="r" b="b"/>
            <a:pathLst>
              <a:path w="300478" h="300478">
                <a:moveTo>
                  <a:pt x="0" y="0"/>
                </a:moveTo>
                <a:lnTo>
                  <a:pt x="300478" y="0"/>
                </a:lnTo>
                <a:lnTo>
                  <a:pt x="300478" y="300478"/>
                </a:lnTo>
                <a:lnTo>
                  <a:pt x="0" y="3004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44" name="Freeform 44"/>
          <p:cNvSpPr/>
          <p:nvPr/>
        </p:nvSpPr>
        <p:spPr>
          <a:xfrm>
            <a:off x="6687201" y="5705430"/>
            <a:ext cx="659147" cy="659147"/>
          </a:xfrm>
          <a:custGeom>
            <a:avLst/>
            <a:gdLst/>
            <a:ahLst/>
            <a:cxnLst/>
            <a:rect l="l" t="t" r="r" b="b"/>
            <a:pathLst>
              <a:path w="659147" h="659147">
                <a:moveTo>
                  <a:pt x="0" y="0"/>
                </a:moveTo>
                <a:lnTo>
                  <a:pt x="659147" y="0"/>
                </a:lnTo>
                <a:lnTo>
                  <a:pt x="659147" y="659147"/>
                </a:lnTo>
                <a:lnTo>
                  <a:pt x="0" y="65914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6645502" y="6457199"/>
            <a:ext cx="700846" cy="700846"/>
          </a:xfrm>
          <a:custGeom>
            <a:avLst/>
            <a:gdLst/>
            <a:ahLst/>
            <a:cxnLst/>
            <a:rect l="l" t="t" r="r" b="b"/>
            <a:pathLst>
              <a:path w="700846" h="700846">
                <a:moveTo>
                  <a:pt x="0" y="0"/>
                </a:moveTo>
                <a:lnTo>
                  <a:pt x="700846" y="0"/>
                </a:lnTo>
                <a:lnTo>
                  <a:pt x="700846" y="700846"/>
                </a:lnTo>
                <a:lnTo>
                  <a:pt x="0" y="7008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grpSp>
        <p:nvGrpSpPr>
          <p:cNvPr id="46" name="Group 46"/>
          <p:cNvGrpSpPr/>
          <p:nvPr/>
        </p:nvGrpSpPr>
        <p:grpSpPr>
          <a:xfrm>
            <a:off x="1500115" y="7280328"/>
            <a:ext cx="4834872" cy="677370"/>
            <a:chOff x="0" y="0"/>
            <a:chExt cx="1084272" cy="15190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84272" cy="151907"/>
            </a:xfrm>
            <a:custGeom>
              <a:avLst/>
              <a:gdLst/>
              <a:ahLst/>
              <a:cxnLst/>
              <a:rect l="l" t="t" r="r" b="b"/>
              <a:pathLst>
                <a:path w="1084272" h="151907">
                  <a:moveTo>
                    <a:pt x="25620" y="0"/>
                  </a:moveTo>
                  <a:lnTo>
                    <a:pt x="1058652" y="0"/>
                  </a:lnTo>
                  <a:cubicBezTo>
                    <a:pt x="1072801" y="0"/>
                    <a:pt x="1084272" y="11471"/>
                    <a:pt x="1084272" y="25620"/>
                  </a:cubicBezTo>
                  <a:lnTo>
                    <a:pt x="1084272" y="126287"/>
                  </a:lnTo>
                  <a:cubicBezTo>
                    <a:pt x="1084272" y="140437"/>
                    <a:pt x="1072801" y="151907"/>
                    <a:pt x="1058652" y="151907"/>
                  </a:cubicBezTo>
                  <a:lnTo>
                    <a:pt x="25620" y="151907"/>
                  </a:lnTo>
                  <a:cubicBezTo>
                    <a:pt x="11471" y="151907"/>
                    <a:pt x="0" y="140437"/>
                    <a:pt x="0" y="126287"/>
                  </a:cubicBezTo>
                  <a:lnTo>
                    <a:pt x="0" y="25620"/>
                  </a:lnTo>
                  <a:cubicBezTo>
                    <a:pt x="0" y="11471"/>
                    <a:pt x="11471" y="0"/>
                    <a:pt x="25620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084272" cy="190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500115" y="6479932"/>
            <a:ext cx="4834872" cy="678113"/>
            <a:chOff x="0" y="0"/>
            <a:chExt cx="1084272" cy="15207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84272" cy="152074"/>
            </a:xfrm>
            <a:custGeom>
              <a:avLst/>
              <a:gdLst/>
              <a:ahLst/>
              <a:cxnLst/>
              <a:rect l="l" t="t" r="r" b="b"/>
              <a:pathLst>
                <a:path w="1084272" h="152074">
                  <a:moveTo>
                    <a:pt x="25620" y="0"/>
                  </a:moveTo>
                  <a:lnTo>
                    <a:pt x="1058652" y="0"/>
                  </a:lnTo>
                  <a:cubicBezTo>
                    <a:pt x="1072801" y="0"/>
                    <a:pt x="1084272" y="11471"/>
                    <a:pt x="1084272" y="25620"/>
                  </a:cubicBezTo>
                  <a:lnTo>
                    <a:pt x="1084272" y="126454"/>
                  </a:lnTo>
                  <a:cubicBezTo>
                    <a:pt x="1084272" y="140604"/>
                    <a:pt x="1072801" y="152074"/>
                    <a:pt x="1058652" y="152074"/>
                  </a:cubicBezTo>
                  <a:lnTo>
                    <a:pt x="25620" y="152074"/>
                  </a:lnTo>
                  <a:cubicBezTo>
                    <a:pt x="11471" y="152074"/>
                    <a:pt x="0" y="140604"/>
                    <a:pt x="0" y="126454"/>
                  </a:cubicBezTo>
                  <a:lnTo>
                    <a:pt x="0" y="25620"/>
                  </a:lnTo>
                  <a:cubicBezTo>
                    <a:pt x="0" y="11471"/>
                    <a:pt x="11471" y="0"/>
                    <a:pt x="25620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1084272" cy="1901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500115" y="5678737"/>
            <a:ext cx="4834872" cy="677370"/>
            <a:chOff x="0" y="0"/>
            <a:chExt cx="1084272" cy="15190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84272" cy="151907"/>
            </a:xfrm>
            <a:custGeom>
              <a:avLst/>
              <a:gdLst/>
              <a:ahLst/>
              <a:cxnLst/>
              <a:rect l="l" t="t" r="r" b="b"/>
              <a:pathLst>
                <a:path w="1084272" h="151907">
                  <a:moveTo>
                    <a:pt x="25620" y="0"/>
                  </a:moveTo>
                  <a:lnTo>
                    <a:pt x="1058652" y="0"/>
                  </a:lnTo>
                  <a:cubicBezTo>
                    <a:pt x="1072801" y="0"/>
                    <a:pt x="1084272" y="11471"/>
                    <a:pt x="1084272" y="25620"/>
                  </a:cubicBezTo>
                  <a:lnTo>
                    <a:pt x="1084272" y="126287"/>
                  </a:lnTo>
                  <a:cubicBezTo>
                    <a:pt x="1084272" y="140437"/>
                    <a:pt x="1072801" y="151907"/>
                    <a:pt x="1058652" y="151907"/>
                  </a:cubicBezTo>
                  <a:lnTo>
                    <a:pt x="25620" y="151907"/>
                  </a:lnTo>
                  <a:cubicBezTo>
                    <a:pt x="11471" y="151907"/>
                    <a:pt x="0" y="140437"/>
                    <a:pt x="0" y="126287"/>
                  </a:cubicBezTo>
                  <a:lnTo>
                    <a:pt x="0" y="25620"/>
                  </a:lnTo>
                  <a:cubicBezTo>
                    <a:pt x="0" y="11471"/>
                    <a:pt x="11471" y="0"/>
                    <a:pt x="25620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1084272" cy="190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sp>
        <p:nvSpPr>
          <p:cNvPr id="55" name="Freeform 55"/>
          <p:cNvSpPr/>
          <p:nvPr/>
        </p:nvSpPr>
        <p:spPr>
          <a:xfrm>
            <a:off x="1661077" y="5686380"/>
            <a:ext cx="733033" cy="733033"/>
          </a:xfrm>
          <a:custGeom>
            <a:avLst/>
            <a:gdLst/>
            <a:ahLst/>
            <a:cxnLst/>
            <a:rect l="l" t="t" r="r" b="b"/>
            <a:pathLst>
              <a:path w="733033" h="733033">
                <a:moveTo>
                  <a:pt x="0" y="0"/>
                </a:moveTo>
                <a:lnTo>
                  <a:pt x="733033" y="0"/>
                </a:lnTo>
                <a:lnTo>
                  <a:pt x="733033" y="733034"/>
                </a:lnTo>
                <a:lnTo>
                  <a:pt x="0" y="73303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56" name="Freeform 56"/>
          <p:cNvSpPr/>
          <p:nvPr/>
        </p:nvSpPr>
        <p:spPr>
          <a:xfrm>
            <a:off x="1730113" y="6530722"/>
            <a:ext cx="608273" cy="608273"/>
          </a:xfrm>
          <a:custGeom>
            <a:avLst/>
            <a:gdLst/>
            <a:ahLst/>
            <a:cxnLst/>
            <a:rect l="l" t="t" r="r" b="b"/>
            <a:pathLst>
              <a:path w="608273" h="608273">
                <a:moveTo>
                  <a:pt x="0" y="0"/>
                </a:moveTo>
                <a:lnTo>
                  <a:pt x="608273" y="0"/>
                </a:lnTo>
                <a:lnTo>
                  <a:pt x="608273" y="608273"/>
                </a:lnTo>
                <a:lnTo>
                  <a:pt x="0" y="60827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1679374" y="7308210"/>
            <a:ext cx="649487" cy="649487"/>
          </a:xfrm>
          <a:custGeom>
            <a:avLst/>
            <a:gdLst/>
            <a:ahLst/>
            <a:cxnLst/>
            <a:rect l="l" t="t" r="r" b="b"/>
            <a:pathLst>
              <a:path w="649487" h="649487">
                <a:moveTo>
                  <a:pt x="0" y="0"/>
                </a:moveTo>
                <a:lnTo>
                  <a:pt x="649487" y="0"/>
                </a:lnTo>
                <a:lnTo>
                  <a:pt x="649487" y="649488"/>
                </a:lnTo>
                <a:lnTo>
                  <a:pt x="0" y="64948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grpSp>
        <p:nvGrpSpPr>
          <p:cNvPr id="58" name="Group 58"/>
          <p:cNvGrpSpPr/>
          <p:nvPr/>
        </p:nvGrpSpPr>
        <p:grpSpPr>
          <a:xfrm>
            <a:off x="1500115" y="9020051"/>
            <a:ext cx="15954043" cy="772767"/>
            <a:chOff x="0" y="0"/>
            <a:chExt cx="3577866" cy="173301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577866" cy="173301"/>
            </a:xfrm>
            <a:custGeom>
              <a:avLst/>
              <a:gdLst/>
              <a:ahLst/>
              <a:cxnLst/>
              <a:rect l="l" t="t" r="r" b="b"/>
              <a:pathLst>
                <a:path w="3577866" h="173301">
                  <a:moveTo>
                    <a:pt x="7764" y="0"/>
                  </a:moveTo>
                  <a:lnTo>
                    <a:pt x="3570101" y="0"/>
                  </a:lnTo>
                  <a:cubicBezTo>
                    <a:pt x="3572161" y="0"/>
                    <a:pt x="3574136" y="818"/>
                    <a:pt x="3575592" y="2274"/>
                  </a:cubicBezTo>
                  <a:cubicBezTo>
                    <a:pt x="3577048" y="3730"/>
                    <a:pt x="3577866" y="5705"/>
                    <a:pt x="3577866" y="7764"/>
                  </a:cubicBezTo>
                  <a:lnTo>
                    <a:pt x="3577866" y="165537"/>
                  </a:lnTo>
                  <a:cubicBezTo>
                    <a:pt x="3577866" y="167596"/>
                    <a:pt x="3577048" y="169571"/>
                    <a:pt x="3575592" y="171027"/>
                  </a:cubicBezTo>
                  <a:cubicBezTo>
                    <a:pt x="3574136" y="172483"/>
                    <a:pt x="3572161" y="173301"/>
                    <a:pt x="3570101" y="173301"/>
                  </a:cubicBezTo>
                  <a:lnTo>
                    <a:pt x="7764" y="173301"/>
                  </a:lnTo>
                  <a:cubicBezTo>
                    <a:pt x="5705" y="173301"/>
                    <a:pt x="3730" y="172483"/>
                    <a:pt x="2274" y="171027"/>
                  </a:cubicBezTo>
                  <a:cubicBezTo>
                    <a:pt x="818" y="169571"/>
                    <a:pt x="0" y="167596"/>
                    <a:pt x="0" y="165537"/>
                  </a:cubicBezTo>
                  <a:lnTo>
                    <a:pt x="0" y="7764"/>
                  </a:lnTo>
                  <a:cubicBezTo>
                    <a:pt x="0" y="5705"/>
                    <a:pt x="818" y="3730"/>
                    <a:pt x="2274" y="2274"/>
                  </a:cubicBezTo>
                  <a:cubicBezTo>
                    <a:pt x="3730" y="818"/>
                    <a:pt x="5705" y="0"/>
                    <a:pt x="7764" y="0"/>
                  </a:cubicBezTo>
                  <a:close/>
                </a:path>
              </a:pathLst>
            </a:custGeom>
            <a:solidFill>
              <a:srgbClr val="139AD8"/>
            </a:soli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3577866" cy="211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sp>
        <p:nvSpPr>
          <p:cNvPr id="61" name="Freeform 61"/>
          <p:cNvSpPr/>
          <p:nvPr/>
        </p:nvSpPr>
        <p:spPr>
          <a:xfrm>
            <a:off x="3996224" y="9070747"/>
            <a:ext cx="671376" cy="671376"/>
          </a:xfrm>
          <a:custGeom>
            <a:avLst/>
            <a:gdLst/>
            <a:ahLst/>
            <a:cxnLst/>
            <a:rect l="l" t="t" r="r" b="b"/>
            <a:pathLst>
              <a:path w="671376" h="671376">
                <a:moveTo>
                  <a:pt x="0" y="0"/>
                </a:moveTo>
                <a:lnTo>
                  <a:pt x="671376" y="0"/>
                </a:lnTo>
                <a:lnTo>
                  <a:pt x="671376" y="671376"/>
                </a:lnTo>
                <a:lnTo>
                  <a:pt x="0" y="67137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62" name="Freeform 62"/>
          <p:cNvSpPr/>
          <p:nvPr/>
        </p:nvSpPr>
        <p:spPr>
          <a:xfrm>
            <a:off x="5111677" y="8213673"/>
            <a:ext cx="502780" cy="502780"/>
          </a:xfrm>
          <a:custGeom>
            <a:avLst/>
            <a:gdLst/>
            <a:ahLst/>
            <a:cxnLst/>
            <a:rect l="l" t="t" r="r" b="b"/>
            <a:pathLst>
              <a:path w="502780" h="502780">
                <a:moveTo>
                  <a:pt x="0" y="0"/>
                </a:moveTo>
                <a:lnTo>
                  <a:pt x="502780" y="0"/>
                </a:lnTo>
                <a:lnTo>
                  <a:pt x="502780" y="502780"/>
                </a:lnTo>
                <a:lnTo>
                  <a:pt x="0" y="50278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12868060" y="7376377"/>
            <a:ext cx="4388684" cy="43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DFEFF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Virtual Machine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2868060" y="6591638"/>
            <a:ext cx="4388684" cy="43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DFEFF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Database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2868060" y="5780919"/>
            <a:ext cx="4165855" cy="43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DFEFF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Storage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868060" y="4984493"/>
            <a:ext cx="4165855" cy="43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DFEFF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Virtual Private Cloud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2868060" y="4182389"/>
            <a:ext cx="4165855" cy="43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DFEFF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IAM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2868060" y="3382736"/>
            <a:ext cx="4388684" cy="43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DFEFF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Container &amp; Orchestration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1860936" y="2702597"/>
            <a:ext cx="5494514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DFEFF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Infrastructure-as-a-Service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568656" y="7386645"/>
            <a:ext cx="4098324" cy="43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DFEFF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Model Repository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568656" y="6583982"/>
            <a:ext cx="4098324" cy="43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DFEFF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AI Inferencing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568656" y="5799625"/>
            <a:ext cx="4098324" cy="43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DFEFF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AI Training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6456305" y="5111047"/>
            <a:ext cx="5210674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DFEFF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Platform-as-a-Service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2557461" y="7386645"/>
            <a:ext cx="3777525" cy="43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DFEFF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HPS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2557461" y="6583982"/>
            <a:ext cx="3777525" cy="43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DFEFF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GPU Server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2557461" y="5799625"/>
            <a:ext cx="2904218" cy="43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2"/>
              </a:lnSpc>
            </a:pPr>
            <a:r>
              <a:rPr lang="en-US" sz="2466" b="1">
                <a:solidFill>
                  <a:srgbClr val="FDFEFF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GPU Cluster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00115" y="5111047"/>
            <a:ext cx="4834872" cy="41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DFEFF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Resource Reserve Service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500115" y="9134351"/>
            <a:ext cx="15954043" cy="482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DFEFF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Cloud Resource Monitoring and Management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500115" y="8205348"/>
            <a:ext cx="15954043" cy="482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DFEFF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Data Security &amp; Threat Protection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0" y="0"/>
            <a:ext cx="877436" cy="10287000"/>
            <a:chOff x="0" y="0"/>
            <a:chExt cx="231094" cy="2709333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31094" cy="2709333"/>
            </a:xfrm>
            <a:custGeom>
              <a:avLst/>
              <a:gdLst/>
              <a:ahLst/>
              <a:cxnLst/>
              <a:rect l="l" t="t" r="r" b="b"/>
              <a:pathLst>
                <a:path w="231094" h="2709333">
                  <a:moveTo>
                    <a:pt x="0" y="0"/>
                  </a:moveTo>
                  <a:lnTo>
                    <a:pt x="231094" y="0"/>
                  </a:lnTo>
                  <a:lnTo>
                    <a:pt x="23109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43D5D"/>
            </a:soli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23109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83608" y="0"/>
            <a:ext cx="293828" cy="10287000"/>
            <a:chOff x="0" y="0"/>
            <a:chExt cx="77387" cy="2709333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77387" cy="2709333"/>
            </a:xfrm>
            <a:custGeom>
              <a:avLst/>
              <a:gdLst/>
              <a:ahLst/>
              <a:cxnLst/>
              <a:rect l="l" t="t" r="r" b="b"/>
              <a:pathLst>
                <a:path w="77387" h="2709333">
                  <a:moveTo>
                    <a:pt x="0" y="0"/>
                  </a:moveTo>
                  <a:lnTo>
                    <a:pt x="77387" y="0"/>
                  </a:lnTo>
                  <a:lnTo>
                    <a:pt x="7738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38100"/>
              <a:ext cx="7738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 rot="-10800000">
            <a:off x="1028700" y="1028700"/>
            <a:ext cx="16896873" cy="1281959"/>
            <a:chOff x="0" y="0"/>
            <a:chExt cx="4450205" cy="337635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4450205" cy="337635"/>
            </a:xfrm>
            <a:custGeom>
              <a:avLst/>
              <a:gdLst/>
              <a:ahLst/>
              <a:cxnLst/>
              <a:rect l="l" t="t" r="r" b="b"/>
              <a:pathLst>
                <a:path w="4450205" h="337635">
                  <a:moveTo>
                    <a:pt x="9164" y="0"/>
                  </a:moveTo>
                  <a:lnTo>
                    <a:pt x="4441041" y="0"/>
                  </a:lnTo>
                  <a:cubicBezTo>
                    <a:pt x="4443472" y="0"/>
                    <a:pt x="4445803" y="965"/>
                    <a:pt x="4447521" y="2684"/>
                  </a:cubicBezTo>
                  <a:cubicBezTo>
                    <a:pt x="4449240" y="4403"/>
                    <a:pt x="4450205" y="6733"/>
                    <a:pt x="4450205" y="9164"/>
                  </a:cubicBezTo>
                  <a:lnTo>
                    <a:pt x="4450205" y="328472"/>
                  </a:lnTo>
                  <a:cubicBezTo>
                    <a:pt x="4450205" y="330902"/>
                    <a:pt x="4449240" y="333233"/>
                    <a:pt x="4447521" y="334951"/>
                  </a:cubicBezTo>
                  <a:cubicBezTo>
                    <a:pt x="4445803" y="336670"/>
                    <a:pt x="4443472" y="337635"/>
                    <a:pt x="4441041" y="337635"/>
                  </a:cubicBezTo>
                  <a:lnTo>
                    <a:pt x="9164" y="337635"/>
                  </a:lnTo>
                  <a:cubicBezTo>
                    <a:pt x="6733" y="337635"/>
                    <a:pt x="4403" y="336670"/>
                    <a:pt x="2684" y="334951"/>
                  </a:cubicBezTo>
                  <a:cubicBezTo>
                    <a:pt x="965" y="333233"/>
                    <a:pt x="0" y="330902"/>
                    <a:pt x="0" y="328472"/>
                  </a:cubicBezTo>
                  <a:lnTo>
                    <a:pt x="0" y="9164"/>
                  </a:lnTo>
                  <a:cubicBezTo>
                    <a:pt x="0" y="6733"/>
                    <a:pt x="965" y="4403"/>
                    <a:pt x="2684" y="2684"/>
                  </a:cubicBezTo>
                  <a:cubicBezTo>
                    <a:pt x="4403" y="965"/>
                    <a:pt x="6733" y="0"/>
                    <a:pt x="916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DFFD8">
                    <a:alpha val="100000"/>
                  </a:srgbClr>
                </a:gs>
                <a:gs pos="100000">
                  <a:srgbClr val="94B9FF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TH">
                <a:latin typeface="Kanit" pitchFamily="2" charset="-34"/>
                <a:cs typeface="Kanit" pitchFamily="2" charset="-34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38100"/>
              <a:ext cx="4450205" cy="3757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1"/>
                </a:lnSpc>
              </a:pPr>
              <a:endParaRPr>
                <a:latin typeface="Kanit" pitchFamily="2" charset="-34"/>
                <a:cs typeface="Kanit" pitchFamily="2" charset="-34"/>
              </a:endParaRPr>
            </a:p>
          </p:txBody>
        </p:sp>
      </p:grpSp>
      <p:sp>
        <p:nvSpPr>
          <p:cNvPr id="89" name="Freeform 89"/>
          <p:cNvSpPr/>
          <p:nvPr/>
        </p:nvSpPr>
        <p:spPr>
          <a:xfrm>
            <a:off x="1172478" y="1028700"/>
            <a:ext cx="1707652" cy="1281959"/>
          </a:xfrm>
          <a:custGeom>
            <a:avLst/>
            <a:gdLst/>
            <a:ahLst/>
            <a:cxnLst/>
            <a:rect l="l" t="t" r="r" b="b"/>
            <a:pathLst>
              <a:path w="1707652" h="1281959">
                <a:moveTo>
                  <a:pt x="0" y="0"/>
                </a:moveTo>
                <a:lnTo>
                  <a:pt x="1707652" y="0"/>
                </a:lnTo>
                <a:lnTo>
                  <a:pt x="1707652" y="1281959"/>
                </a:lnTo>
                <a:lnTo>
                  <a:pt x="0" y="128195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1937" t="-16413" r="-148474" b="-16413"/>
            </a:stretch>
          </a:blipFill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3061184" y="1221052"/>
            <a:ext cx="14195560" cy="829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1">
                <a:solidFill>
                  <a:srgbClr val="1C3347"/>
                </a:solidFill>
                <a:latin typeface="Kanit" pitchFamily="2" charset="-34"/>
                <a:ea typeface="Montserrat Bold"/>
                <a:cs typeface="Kanit" pitchFamily="2" charset="-34"/>
                <a:sym typeface="Montserrat Bold"/>
              </a:rPr>
              <a:t>Siam.AI Cloud: </a:t>
            </a:r>
            <a:r>
              <a:rPr lang="en-US" sz="4800">
                <a:solidFill>
                  <a:srgbClr val="1C3347"/>
                </a:solidFill>
                <a:latin typeface="Kanit" pitchFamily="2" charset="-34"/>
                <a:ea typeface="Montserrat"/>
                <a:cs typeface="Kanit" pitchFamily="2" charset="-34"/>
                <a:sym typeface="Montserrat"/>
              </a:rPr>
              <a:t>Service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Macintosh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Kanit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 20260826</dc:title>
  <cp:lastModifiedBy>Nutt Majaroen</cp:lastModifiedBy>
  <cp:revision>2</cp:revision>
  <dcterms:created xsi:type="dcterms:W3CDTF">2006-08-16T00:00:00Z</dcterms:created>
  <dcterms:modified xsi:type="dcterms:W3CDTF">2026-08-28T02:09:24Z</dcterms:modified>
  <dc:identifier>DAGzA7boPWc</dc:identifier>
</cp:coreProperties>
</file>